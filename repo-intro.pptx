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Segoe UI"/>
              </a:rPr>
              <a:t>claudeStruct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DDEEFF"/>
                </a:solidFill>
                <a:latin typeface="Microsoft JhengHei"/>
              </a:rPr>
              <a:t>Claude Code 工作流的三件式工具組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Microsoft JhengHei"/>
              </a:rPr>
              <a:t>60 分鐘 repo 導覽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claudestruct (Python) — 一次性、結構化的 Claude 呼叫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claw-squad (TypeScript) — Planner / Coder / Reviewer 多 agent 編排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claw-sandbox (Go) — 子程序的 rlimits + 路徑驗證 + 環境清洗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Microsoft JhengHei"/>
              </a:rPr>
              <a:t>講者：你 · 2026 · 內部技術分享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Microsoft JhengHei"/>
              </a:rPr>
              <a:t>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JhengHei"/>
              </a:rPr>
              <a:t>開場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976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CDDEE"/>
                </a:solidFill>
                <a:latin typeface="Microsoft JhengHei"/>
              </a:rPr>
              <a:t>為什麼有這個 repo？60 分鐘的旅程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4E79"/>
                </a:solidFill>
                <a:latin typeface="Microsoft JhengHei"/>
              </a:rPr>
              <a:t>為什麼有這個 repo？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371600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Claude Code 的工作流仍是手動調用：複製貼上、上下文管理、權限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Anthropic prompt cache（1h TTL）+ ephemeral 控制需要正確使用才便宜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想跑「Planner → Coder → Reviewer」的 multi-agent 還缺骨架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想接 GitHub App、做 SaaS 商業化，需要租戶 / 權限 / 計費基底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本 repo = 把這四件事一次處理掉的工程實作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4E79"/>
                </a:solidFill>
                <a:latin typeface="Microsoft JhengHei"/>
              </a:rPr>
              <a:t>60 分鐘的旅程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371600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三件式工具總覽（8 分鐘）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claudestruct 深入（10 分鐘）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claw-squad 深入（10 分鐘）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雲端化路徑 — Wave 4-8（12 分鐘）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工程實踐：測試 / 觀測性 / 安全（8 分鐘）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路線圖回顧（5 分鐘）+ Demo / Q&amp;A（2 分鐘）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Microsoft JhengHei"/>
              </a:rP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JhengHei"/>
              </a:rPr>
              <a:t>三件式工具總覽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976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CDDEE"/>
                </a:solidFill>
                <a:latin typeface="Microsoft JhengHei"/>
              </a:rPr>
              <a:t>claudestruct / claw-squad / claw-sandbox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4E79"/>
                </a:solidFill>
                <a:latin typeface="Microsoft JhengHei"/>
              </a:rPr>
              <a:t>三件式架構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371600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claudestruct：薄、一次性，最適合 PR review、debug、一次性 plan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claw-squad：厚、長時間執行，多個 agent 互相驗證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claw-sandbox：縱深防禦，限制子程序的資源 / 路徑 / 環境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三者各自獨立可用；組合時 claw-squad 透過 claw-sandbox 隔離 shell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共用 prompt cache 哲學：system prompt 完全靜態、user turn 全動態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4E79"/>
                </a:solidFill>
                <a:latin typeface="Microsoft JhengHei"/>
              </a:rPr>
              <a:t>claudestruct (Python CLI)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371600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進入點 src/claudestruct/cli.py，子命令 dev / review / plan / debug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system prompt 用 cache_control: ephemeral（1h TTL）標記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結構化日誌 --log-json，Prometheus metrics、cs dashboard 視覺化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cs mcp 把它接到 Claude Code（透過 .mcp.json）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適合：PR diff 評論、單檔修改建議、ad-hoc debug 假設排序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4E79"/>
                </a:solidFill>
                <a:latin typeface="Microsoft JhengHei"/>
              </a:rPr>
              <a:t>claw-squad (TypeScript)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371600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進入點 claw-squad/src/cli.ts，狀態機跑 Planner→Coder→Reviewer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8 個 model providers：Anthropic / OpenAI / Bedrock / Vertex / 本地…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Skills 系統：apply_to glob 控制每個 agent 看到哪些技能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Memory v2：lessons.md 跨 run 累積經驗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CLI / TUI / Slack / Web UI 多介面，state.json 支援 --resume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4E79"/>
                </a:solidFill>
                <a:latin typeface="Microsoft JhengHei"/>
              </a:rPr>
              <a:t>claw-sandbox (Go)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371600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single static binary，包裝任意子程序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rlimits（CPU、memory、open files）阻止失控腳本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路徑白名單 + 環境變數黑名單（清掉 SSH_AUTH_SOCK 等）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啟動時 emit isolation JSON：每個控制是 ok / unsupported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macOS 大多 unsupported；強隔離靠 Docker / firejail 包一層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4E79"/>
                </a:solidFill>
                <a:latin typeface="Microsoft JhengHei"/>
              </a:rPr>
              <a:t>三者如何協作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371600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claw-squad 在 Coder phase 透過 claw-sandbox 跑 npm/pytest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claudestruct 可在 PR webhook 中被 GitHub App 呼叫做 review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兩者結構化日誌 schema 共享：run.start / agent.usage / cache.* / run.end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同一個聚合器（cs dashboard 或 Prometheus）能吃兩者的事件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Hosted SaaS 路徑：把 claw-squad 包成 worker，claudestruct 包成 API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Microsoft JhengHei"/>
              </a:rPr>
              <a:t>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JhengHei"/>
              </a:rPr>
              <a:t>claudestruct 深入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976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CDDEE"/>
                </a:solidFill>
                <a:latin typeface="Microsoft JhengHei"/>
              </a:rPr>
              <a:t>Python CLI、prompt cache、MCP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4E79"/>
                </a:solidFill>
                <a:latin typeface="Microsoft JhengHei"/>
              </a:rPr>
              <a:t>四種任務 dev / review / plan / debug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371600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dev：給定描述 + 檔案，回最小修改 patch + 風險評估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review：對當前 branch diff 做結構化 PR 評論（嚴重度分級）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plan：先問澄清題、再產出實作步驟，不直接寫 code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debug：列假設並排序，每個附驗證指令；不跳到「修好了」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四個 task 各自有獨立 system prompt + 對應的測試 fixture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4E79"/>
                </a:solidFill>
                <a:latin typeface="Microsoft JhengHei"/>
              </a:rPr>
              <a:t>Prompt caching 是核心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371600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Anthropic 1h TTL，cache_control: ephemeral 標在 system prompt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system prompt 必須 byte-for-byte 穩定 — 任何變動都讓整段失效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時間戳 / UUID / 動態檔案內容 → 一律放在 user turn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cache hit 收費約 1/10，重要任務一天跑數十次才划算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我們會印 cache hit-rate；連續 miss 會觸發警示（W6.5）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4E79"/>
                </a:solidFill>
                <a:latin typeface="Microsoft JhengHei"/>
              </a:rPr>
              <a:t>Cache hit-rate 警示機制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371600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cache_state.json 記錄最近 N 次 run 的 hit-rate 滑動視窗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低於門檻會 emit cache.warning / cache.phase 結構化事件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幫助 catch system prompt 不小心引入動態值的 regression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整合到 cs dashboard：視覺呈現「健康 / 警示 / 嚴重」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PR #38 完成 Wave 6.5 alerts；多租戶版本將擴成 per-org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4E79"/>
                </a:solidFill>
                <a:latin typeface="Microsoft JhengHei"/>
              </a:rPr>
              <a:t>結構化日誌 + cs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371600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--log-json &lt;path&gt; 寫 JSONL：run.start / agent.usage / run.end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schema 與 claw-squad 共用，方便聚合分析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cs dashboard 讀同一份 log，繪出 token / 時間 / cache 走勢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支援 cs dashboard diff &lt;runA&gt; &lt;runB&gt;：兩次 run 的差異報告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Day-2 ops：cs runs purge --older-than-days N 清舊 log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4E79"/>
                </a:solidFill>
                <a:latin typeface="Microsoft JhengHei"/>
              </a:rPr>
              <a:t>cs metrics + Prometheus 整合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371600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cs metrics 從 JSONL 算 sum / p50 / p95 並輸出 Prometheus 格式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可掛到 Grafana — 預先打包好 dashboard JSON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監控指標：token 用量、cache hit-rate、latency、錯誤率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支援 cost-regression alerts：今日對比近 7 日成本暴增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Wave 8 SLO 規格：/v1/slo + 成本回歸偵測會走同一條管道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4E79"/>
                </a:solidFill>
                <a:latin typeface="Microsoft JhengHei"/>
              </a:rPr>
              <a:t>cs mcp — 把 claudestruct 接到 Claude Code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371600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cs mcp 走 stdio，符合 Model Context Protocol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暴露 6 個工具：dev / review / plan / debug / dashboard / metrics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MCP SDK lazy-import，預設安裝不付這份依賴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在 Claude Code .mcp.json 設定一次，往後直接 /tools 呼叫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claw-squad 也有對應的 claw-squad mcp（read-only：dashboard / runs）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Microsoft JhengHei"/>
              </a:rPr>
              <a:t>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JhengHei"/>
              </a:rPr>
              <a:t>claw-squad 深入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976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CDDEE"/>
                </a:solidFill>
                <a:latin typeface="Microsoft JhengHei"/>
              </a:rPr>
              <a:t>Planner / Coder / Reviewer 狀態機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4E79"/>
                </a:solidFill>
                <a:latin typeface="Microsoft JhengHei"/>
              </a:rPr>
              <a:t>Planner → Coder → Reviewer 狀態機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371600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Planner：先澄清需求 → 產出 implementation plan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Coder：依 plan 寫 code、跑測試、commit；可以多輪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Reviewer：跑 git diff 對 plan，verdict = ship / fix / abort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不通過就回 Coder，最多 N 輪後 abort 交還 human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state.json 持久化每一步 → SIGINT 走同一條 finally，--resume 可續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4E79"/>
                </a:solidFill>
                <a:latin typeface="Microsoft JhengHei"/>
              </a:rPr>
              <a:t>Skills 系統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371600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skill = 一段可複用的指引（mdx + frontmatter）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apply_to glob 決定每個 agent / 檔案是否載入該 skill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tag 觸發：planner 產出 task tag，相符的 skill 被 inject 到 prompt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marketplace pattern：第三方 skill 透過 npm package 發布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tests/ 有 ~24 個 vitest 檔，覆蓋 skill 解析與套用邏輯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4E79"/>
                </a:solidFill>
                <a:latin typeface="Microsoft JhengHei"/>
              </a:rPr>
              <a:t>Memory v2 — lessons.md 跨 run 學習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371600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Reviewer 在 verdict 後會 propose lessons：「下次別忘記 X」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human-in-the-loop 確認後寫入 .claw-squad/lessons.md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下次 run 開頭把 lessons 注入到 Planner / Coder 的 user turn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system prompt 不變 → cache 仍命中；個人化長記憶免費獲得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上限 token 控制：超出時用 LLM 摘要而非 truncate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4E79"/>
                </a:solidFill>
                <a:latin typeface="Microsoft JhengHei"/>
              </a:rPr>
              <a:t>多介面：CLI / TUI / Slack / Web UI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371600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CLI：node dist/cli.js run "..." — 自動化 / CI 友善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TUI（Ink-based）：互動式檢視 plan、批准 verdict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Slack bot：在頻道內 @claw-squad，跑完後回 verdict 摘要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Web UI：read-only run history 瀏覽，給非工程同仁看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所有介面共用同一個 orchestrator core；UI 只是 view layer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4E79"/>
                </a:solidFill>
                <a:latin typeface="Microsoft JhengHei"/>
              </a:rPr>
              <a:t>Multi-repo + Rollback + Resume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371600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single run 可橫跨多個 repo（monorepo / submodule / 平行 repo）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每個 repo 有獨立 worktree，commit 走自己的分支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Rollback：abort 時自動 git reset 回起始 SHA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Resume：state.json 含 phase / repo / partial diff，--resume 從中斷點繼續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適用情境：跨 service 的 schema 變更、library + consumer 同步升級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4E79"/>
                </a:solidFill>
                <a:latin typeface="Microsoft JhengHei"/>
              </a:rPr>
              <a:t>Plugins SDK + Skills marketplace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371600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Plugins SDK：對外暴露 hook 介面（preAgent / postAgent / preCommit…）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第三方 plugin 用 npm package 發布；config 列名即可載入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Skills marketplace：與 plugins 平行，但只給 prompt-only 擴充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範例 plugins：opentelemetry exporter、Slack notify、PII scrub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安全：plugin 跑在 main process；不信任的請走 claw-sandbox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Microsoft JhengHei"/>
              </a:rPr>
              <a:t>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JhengHei"/>
              </a:rPr>
              <a:t>雲端化路徑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976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CDDEE"/>
                </a:solidFill>
                <a:latin typeface="Microsoft JhengHei"/>
              </a:rPr>
              <a:t>Wave 4-8：multi-tenant、GitHub App、計費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4E79"/>
                </a:solidFill>
                <a:latin typeface="Microsoft JhengHei"/>
              </a:rPr>
              <a:t>開源核心 + Hosted SaaS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371600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OSS：claudestruct + claw-squad + claw-sandbox（MIT）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Hosted：multi-tenant API、GitHub App、Stripe 計費、SLO 保證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兩條路共用同一份 core lib；SaaS 僅是「運維 + 計費 + 合規」加值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策略避免「rug-pull」風險：核心永遠開源、商業層獨立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Wave 4-8 文件詳列每個元件屬於哪一側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4E79"/>
                </a:solidFill>
                <a:latin typeface="Microsoft JhengHei"/>
              </a:rPr>
              <a:t>Wave 6 多租戶基底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371600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資料模型：Org / User / Membership / Role（owner/admin/member）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RBAC：每個 API endpoint 標 required role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API key：per-Org，hash + last4 顯示，可 rotate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Audit log：所有 mutation 寫不可變 append-only 表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Tenancy 隔離：Postgres RLS + 應用層 org_id 雙保險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4E79"/>
                </a:solidFill>
                <a:latin typeface="Microsoft JhengHei"/>
              </a:rPr>
              <a:t>Wave 6 GitHub App 整合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371600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webhook：pull_request opened / synchronize 觸發 claudestruct review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ack comment：30 秒內回「正在分析」，避免 user 困惑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verdict comment：結構化 review，分嚴重度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Checks API：成 / 敗 / 警示寫入 PR check，blocked merge 整合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App 安裝指令文件 + per-repo opt-in 設定檔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4E79"/>
                </a:solidFill>
                <a:latin typeface="Microsoft JhengHei"/>
              </a:rPr>
              <a:t>Wave 8 計費 — Stripe 整合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371600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分層方案：Free / Team / Enterprise，token cap 各自不同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Metered billing：每 N tokens 一個 unit，Stripe Reporter 上傳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Token-cap enforcement：超過直接 503 + 友善錯誤訊息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Trial：14 天免信用卡，期滿降回 Free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Invoicing：Enterprise 走 PO，Stripe Billing 自動產 PDF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4E79"/>
                </a:solidFill>
                <a:latin typeface="Microsoft JhengHei"/>
              </a:rPr>
              <a:t>Wave 8 資料合規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371600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Residency tag：每個 Org 選 region，data 不跨區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CMEK：customer-managed encryption key（信封加密）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PII redaction：log / metric 寫入前過 redactor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Right-to-erasure：DELETE /v1/org/{id}/data 走 async job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SOC 2 / ISO 27001：control mapping 文件已起草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4E79"/>
                </a:solidFill>
                <a:latin typeface="Microsoft JhengHei"/>
              </a:rPr>
              <a:t>Wave 8 SLO + 警示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371600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/v1/slo endpoint：當前 SLO 對應 SLI 即時值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Cost-regression：今日 token 成本對比近 7 日 baseline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Burn-rate alerts：fast / slow 兩條，PagerDuty 路由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Status page：自動由 SLI 餵入，公開頁面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事件 postmortem template：blameless、含 5-why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Microsoft JhengHei"/>
              </a:rPr>
              <a:t>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JhengHei"/>
              </a:rPr>
              <a:t>工程實踐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976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CDDEE"/>
                </a:solidFill>
                <a:latin typeface="Microsoft JhengHei"/>
              </a:rPr>
              <a:t>測試 / 觀測性 / 安全 / 自動化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4E79"/>
                </a:solidFill>
                <a:latin typeface="Microsoft JhengHei"/>
              </a:rPr>
              <a:t>測試策略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371600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Python pytest 700+ 測試，覆蓋率 ~80%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claw-squad vitest ~24 檔、~239 tests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claw-sandbox go test ./...，覆蓋 rlimits 邊界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外部 API mocked（responses lib / vitest fetch mock）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PR 必過：lint + type-check + tests + 覆蓋率不退步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4E79"/>
                </a:solidFill>
                <a:latin typeface="Microsoft JhengHei"/>
              </a:rPr>
              <a:t>觀測性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371600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OpenTelemetry tracing：跨 process 串成 single trace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Sentry：未捕獲例外 + breadcrumb（含 cache state）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結構化日誌（JSONL）：方便 jq / DuckDB / BigQuery 直接查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Prometheus metrics：標準命名，Grafana dashboard 預打包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本地：cs dashboard 給 dev 用；生產：標準 SRE stack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4E79"/>
                </a:solidFill>
                <a:latin typeface="Microsoft JhengHei"/>
              </a:rPr>
              <a:t>安全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371600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claw-sandbox 的 isolation JSON：透明告知用戶哪些控制生效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Secrets 抽象：env &gt; Keychain/credential-manager &gt; 詢問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PII redaction：寫 log 前過正規式 + heuristic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Dependency scan：CI 跑 pip-audit / npm audit / govulncheck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Sandbox 強隔離：Docker / firejail（claw-sandbox 並非 VM）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4E79"/>
                </a:solidFill>
                <a:latin typeface="Microsoft JhengHei"/>
              </a:rPr>
              <a:t>CI / 文件 / 發布自動化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371600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GitHub Actions：lint → type → test → build → release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claw-squad pnpm pack 後丟 npm；claudestruct twine 丟 PyPI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claw-sandbox cross-compile：linux/amd64、linux/arm64、darwin/*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文件樹：CLAUDE.md（總覽）+ claw-squad/docs/*.md（深入）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TODO.md 是 wave-by-wave roadmap，PR 會更新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Microsoft JhengHei"/>
              </a:rPr>
              <a:t>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JhengHei"/>
              </a:rPr>
              <a:t>路線圖回顧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976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CDDEE"/>
                </a:solidFill>
                <a:latin typeface="Microsoft JhengHei"/>
              </a:rPr>
              <a:t>已完成 vs 進行中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4E79"/>
                </a:solidFill>
                <a:latin typeface="Microsoft JhengHei"/>
              </a:rPr>
              <a:t>Wave 1-9 進度速覽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371600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Wave 1-3 ✅ 穩定性 / 觀測性 / DX 三線完成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Wave 4 ✅ Plugins SDK + Skills marketplace 雛形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Wave 5 ✅ Multi-repo + Rollback + Resume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Wave 6 ⏳ 多租戶 + GitHub App 進行中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Wave 7 ⏳ 觀測 / Memory v2 進行中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Wave 8 ⏳ 商業化 — 計費 / 合規 / SLO 設計中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Wave 9 ⏳ GX10 / 本地推論 — local cache 已落地（W9.4）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4E79"/>
                </a:solidFill>
                <a:latin typeface="Microsoft JhengHei"/>
              </a:rPr>
              <a:t>已交付的 PR 速覽（PR #11-#41）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371600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#11-#20：observability、Prometheus、cs dashboard 系列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#21-#30：multi-repo、rollback、resume、Slack / Web UI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#31-#38：Skills v2、Memory v2、cache alerts、claw-squad MCP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#39-#41：data residency、Wave 9-10 roadmap、local LLM cache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詳見 GitHub PR list；每個 PR 有對應 TODO.md 條目可追溯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Microsoft JhengHei"/>
              </a:rPr>
              <a:t>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JhengHei"/>
              </a:rPr>
              <a:t>Demo +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976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CDDEE"/>
                </a:solidFill>
                <a:latin typeface="Microsoft JhengHei"/>
              </a:rPr>
              <a:t>現場操作建議與聯絡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4E79"/>
                </a:solidFill>
                <a:latin typeface="Microsoft JhengHei"/>
              </a:rPr>
              <a:t>Demo 建議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371600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場景 1：對一個小 PR 跑 cs review，觀察結構化評論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場景 2：claw-squad run 「修這個 bug」 — 看 Planner→Coder→Reviewer 走完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場景 3：cs dashboard 開兩個 run 的 diff，token / cache 對比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場景 4：cs mcp 接 Claude Code，直接在編輯器內 /tools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若時間夠：cs metrics | promtool 餵 Prometheus 即時 scrape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4E79"/>
                </a:solidFill>
                <a:latin typeface="Microsoft JhengHei"/>
              </a:rPr>
              <a:t>Q&amp;A / 聯絡資訊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371600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Repo：github.com/tonyandclaw/claudestruct（OSS）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Issues / Discussions：歡迎開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想試 Hosted SaaS：聯絡 founders（內部 Slack）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貢獻：先看 CLAUDE.md + TODO.md，再挑 Wave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感謝聆聽 — 接下來開放問答 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